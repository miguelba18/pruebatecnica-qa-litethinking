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49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</a:rPr>
              <a:t>RETO TÉCNICO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Tester QA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926079"/>
            <a:ext cx="8046720" cy="798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Lite Thinking · 2025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MIGUEL ANGEL BAHAMON ROCHA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3840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4187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Aplicación: MercadoLibre Colombia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4114800"/>
            <a:ext cx="4114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663440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Herramientas: Selenium · K6 · Postman · Grafana · Lighthouse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OBJETIVO Y ALCANCE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OBJETIVO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Demostrar habilidades como Tester QA diseñando y ejecutando pruebas manuales y automatizadas sobre un flujo real de e-commerce en MercadoLibre Colombia, cubriendo el ciclo completo de calidad.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10972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6 casos de prueba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CP001 - CP006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0972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38328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Automatización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4 scripts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automatizados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109728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1792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Carga 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Estrés K6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 tipos de prueba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Load/Stress/Spike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109728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864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Monitoreo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Grafana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Prometheus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InfluxDB + Docker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3832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BE1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00400" y="3383280"/>
            <a:ext cx="109728" cy="11887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8328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Lighthouse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 páginas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auditadas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383280"/>
            <a:ext cx="269748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035040" y="3383280"/>
            <a:ext cx="109728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21792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10 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GET/POST/PUT/DELETE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ESTRUCTURA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941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pruebas-manuales/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252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Casos de prueba CP001-CP006 en Markdown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10972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941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selenium-tests/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252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Scripts automatizados + helpers (utils.js, locators.js)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109728" cy="8686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66928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load-tests/scripts/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258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prueba-carga.js · prueba-estres.js · prueba-picos.js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109728" cy="8686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load-tests/resultados/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2258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JSON con métricas exportadas de K6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109728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66928" y="2953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3264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docker-compose.yml · prometheus.yml · grafana dashboards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BE1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109728" cy="8686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64608" y="2953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microservicios/frontend/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264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analisis-lighthouse.md · analisis-frontend.md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109728" cy="8686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66928" y="3959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postman-collections/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4270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FakeStore-API-QA.json (colección exportada)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88620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663440" y="3886200"/>
            <a:ext cx="10972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64608" y="3959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evidencias/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4270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Screenshots organizados por sección y caso de prueba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PARTE 1: PRUEBAS MANUALES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Flujo probado: Búsqueda · Filtros · Detalle · Carrito · Checkout · Regresión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777240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Caso de Prueba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Búsqueda de productos con término válido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Funcional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Aplicar filtro de condición Nuevo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Funcional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Detalle completo del producto seleccionado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Funcional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Agregar producto al carrito (requiere login)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Funcional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Iniciar proceso de checkout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Funcional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CP006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Regresión - Persistencia de carrito navegando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AB308"/>
                          </a:solidFill>
                        </a:rPr>
                        <a:t>Regresión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Aprobado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Total: 6 casos · 5 Funcionales · 1 Regresión · 6/6 Aprobados · 0 Defectos críticos encontrados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PARTE 2: AUTOMATIZACIÓN CON SELENIUM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Tecnología: Selenium WebDriver 4 + Node.js · Mismo flujo de pruebas manuales automatizado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Archivos: selenium-tests/flujo-completo.js · helpers/utils.js · helpers/locators.js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841248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CP001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Búsqueda de producto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6276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APROBADO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01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Localizador: By.css('input.nav-search-input')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841248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48640" y="23865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CP002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386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Aplicar filtro Nuevo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3865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APROBADO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6609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Localizador: By.xpath('.faceted-search//Nuevo')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8640" y="31455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CP003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Detalle de producto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3145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APROBADO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41985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Localizador: By.css('.ui-pdp-title')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841248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65760" y="3831336"/>
            <a:ext cx="1097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48640" y="3904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CP004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3904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Agregar al carrito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9044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APROBADO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178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Localizador: By.css('.ui-pdp-action')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Evidencias en: evidencias/selenium/ · Screenshots automáticos por cada prueba ejecutada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CÓDIGO: SELENIUM WEBDRIVER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helpers/locators.js - Centralizador de selectores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LOCATORS = {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busqueda: {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campoBusqueda: </a:t>
            </a: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By.css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('input.nav-search-input'),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
  detalle: {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tituloProducto: </a:t>
            </a: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By.css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('.ui-pdp-title'),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botonCarrito: </a:t>
            </a: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By.css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('.ui-pdp-action--secondary'),
  }
};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flujo-completo.js - Prueba automatizada CP001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pruebaBusqueda(driver) {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driver.</a:t>
            </a: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('https://</a:t>
            </a:r>
            <a:r>
              <a:rPr lang="en-US" sz="1050" dirty="0" err="1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www.mercadolibre.com.co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');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campo =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esperarElemento(driver, LOCATORS.busqueda.campoBusqueda);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campo.sendKeys(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'laptop dell'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Key.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tomarScreenshot(driver, 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'CP001-resultados'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PARTE 3: PRUEBAS DE CARGA Y ESTRÉS · K6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74320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74320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886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Carga sostenida normal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50 usuarios · 1 minuto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Tasa errores &lt; 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Tiempo respuesta &lt; 3s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Throughput ~8 req/s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219456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PASSED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load-tests/scripts/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55,835 iteraciones completadas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841248"/>
            <a:ext cx="274320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46120" y="841248"/>
            <a:ext cx="27432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337560" y="886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STRESS TEST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Punto de quiebre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187452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5204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B308"/>
                </a:solidFill>
              </a:rPr>
              <a:t>200 usuarios · 5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Threshold cruzado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Rate limiting activo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429 Too Many Requests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429000"/>
            <a:ext cx="219456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52044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EXPECTED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load-tests/scripts/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85,835 iteraciones completadas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841248"/>
            <a:ext cx="2743200" cy="3931920"/>
          </a:xfrm>
          <a:prstGeom prst="rect">
            <a:avLst/>
          </a:prstGeom>
          <a:solidFill>
            <a:srgbClr val="1E293B"/>
          </a:solidFill>
          <a:ln w="19050">
            <a:solidFill>
              <a:srgbClr val="9A34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126480" y="841248"/>
            <a:ext cx="2743200" cy="50292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217920" y="886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SPIKE 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Tráfico explosivo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1874520"/>
            <a:ext cx="21945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400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0→300 usuarios · 10s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Anti-DDoS activado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Recuperación gradual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503 Service Unavailable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429000"/>
            <a:ext cx="2194560" cy="41148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40080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EXPECTED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4041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load-tests/scripts/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105,835 iteraciones completadas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57200" y="4818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Los errores en Stress y Spike son comportamiento ESPERADO: MercadoLibre activa rate limiting y protección anti-DDoS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PARTE 4: MONITOREO · PROMETHEUS + GRAFANA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Genera métricas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durante las pruebas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68296" y="1460512"/>
            <a:ext cx="91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20116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514600" y="822960"/>
            <a:ext cx="201168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560320" y="859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InfluxDB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Almacena métricas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por serie de tiempo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144475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20116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201168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709160" y="859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Recolecta y monitorea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cada 15 segundos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2260" y="1463412"/>
            <a:ext cx="137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12280" y="822960"/>
            <a:ext cx="20116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812280" y="822960"/>
            <a:ext cx="2011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858000" y="859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Grafana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Visualiza dashboards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en tiempo real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304288"/>
            <a:ext cx="406908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CD34D"/>
                </a:solidFill>
              </a:rPr>
              <a:t>CONFIGURACIÓN DOCKER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7432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'3.8'
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prometheus: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prom/prometheus:latest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9090:9090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grafana: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grafana/grafana:latest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3000:3000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influxdb: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influxdb:1.8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8086:8086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04288"/>
            <a:ext cx="411480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MÉTRICAS EN GRAFANA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761488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983480" y="2761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http_req_duration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2761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Tiempo de respuesta HTTP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099816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983480" y="30998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http_req_failed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30998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Tasa de errores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438144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983480" y="3438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343814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Usuarios virtuales activos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776472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983480" y="3776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9440" y="377647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Peticiones por segundo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114800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98348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Validaciones ejecutadas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4453128"/>
            <a:ext cx="91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983480" y="4453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tiempo_busqueda_ms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49440" y="4453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Tiempo específico búsqueda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24561" y="4892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Dashboard: http://localhost:3000 · DB: k6 en InfluxDB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PARTE 5: LIGHTHOUSE · ANÁLISIS FRONTEND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Página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Accessibility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Practices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🏠 Home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AB308"/>
                          </a:solidFill>
                        </a:rPr>
                        <a:t>65 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90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</a:rPr>
                        <a:t>54 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100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🔍 Búsqueda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AB308"/>
                          </a:solidFill>
                        </a:rPr>
                        <a:t>64 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92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</a:rPr>
                        <a:t>50 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92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📦 Producto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86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91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96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100 🟢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BA7C9"/>
                </a:solidFill>
              </a:rPr>
              <a:t>HALLAZGOS PRINCIPALES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97180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365760" y="2971800"/>
            <a:ext cx="109728" cy="8686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66928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Performance</a:t>
            </a:r>
            <a:endParaRPr lang="en-US" sz="1100" dirty="0"/>
          </a:p>
        </p:txBody>
      </p:sp>
      <p:sp>
        <p:nvSpPr>
          <p:cNvPr id="5" name="Text 7"/>
          <p:cNvSpPr/>
          <p:nvPr/>
        </p:nvSpPr>
        <p:spPr>
          <a:xfrm>
            <a:off x="566928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Home y Búsqueda afectados por scripts de terceros (publicidad, analytics). Producto optimizado al ser página de conversión crítica.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297180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663440" y="2971800"/>
            <a:ext cx="10972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864608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♿ Accessibility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64608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Consistentemente alta 90-92 en todas las páginas. Contraste, labels y navegación por teclado correctos.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39776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65760" y="3977640"/>
            <a:ext cx="10972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66928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Best Practices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Home y Búsqueda con 50-54 por errores de consola de scripts externos. Producto excelente con 96.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39776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4663440" y="3977640"/>
            <a:ext cx="10972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864608" y="4050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SEO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64608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Prácticamente perfecto en todas las páginas. Meta tags, URLs amigables y estructura de headings correcta.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PARTE 6: PRUEBAS DE API · POSTMAN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API: FakeStore API (https://fakestoreapi.com) · Simula e-commerce real con productos, usuarios y carrito, ya que las apis de mercadolibre no se deja manejar tan facilmente  para hacer todo tipo de pruebas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9436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Todos los productos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1188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490472"/>
            <a:ext cx="54864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03320" y="1499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array, campos requeridos, longitud &gt; 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59436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81728" y="13075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188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Producto por ID válido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0" y="11887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01000" y="1490472"/>
            <a:ext cx="54864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001000" y="1499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id, title, price, rating, currency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892808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65760" y="1892808"/>
            <a:ext cx="59436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84048" y="2057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Producto ID inválido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03320" y="1938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/products/99999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2240280"/>
            <a:ext cx="54864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703320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manejo de error, estructura de respuesta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892808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663440" y="1892808"/>
            <a:ext cx="59436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681728" y="2057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Productos por categoría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01000" y="1938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/products/category/electronics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01000" y="2240280"/>
            <a:ext cx="54864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001000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que todos los items sean de la categoría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642616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365760" y="2642616"/>
            <a:ext cx="594360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84048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26883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Crear nuevo producto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03320" y="26883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03320" y="2990088"/>
            <a:ext cx="548640" cy="2011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703320" y="2999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1560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Envía payload JSON, valida ID generado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642616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663440" y="2642616"/>
            <a:ext cx="59436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681728" y="2807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240" y="26883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Actualizar producto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01000" y="26883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01000" y="2990088"/>
            <a:ext cx="54864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8001000" y="2999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49240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Actualiza título y precio, valida cambios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392424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9A34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365760" y="3392424"/>
            <a:ext cx="594360" cy="64008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384048" y="35570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51560" y="3438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Eliminar producto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03320" y="34381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03320" y="3739896"/>
            <a:ext cx="548640" cy="20116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370332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51560" y="3739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que retorna datos del producto eliminado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3392424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4663440" y="3392424"/>
            <a:ext cx="594360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4681728" y="35570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49240" y="3438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Login válido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001000" y="34381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001000" y="3739896"/>
            <a:ext cx="548640" cy="2011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800100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49240" y="3739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Credenciales correctas, guarda token en variable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65760" y="4142232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365760" y="4142232"/>
            <a:ext cx="594360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384048" y="4306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51560" y="4187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Login inválido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703320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703320" y="4489704"/>
            <a:ext cx="548640" cy="2011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401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51560" y="4489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Credenciales incorrectas, valida error 401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63440" y="4142232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4663440" y="4142232"/>
            <a:ext cx="59436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4681728" y="4306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349240" y="4187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Carrito del usuario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001000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/carts/user/1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001000" y="4489704"/>
            <a:ext cx="548640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8001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349240" y="4489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 estructura de carrito con productos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PLUS: Script global Post-response + Collection Run · Colección exportada: postman-collections/FakeStore-API-QA.json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PARTE 7: ANÁLISIS DE MICROSERVICIOS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Identificados mediante análisis de peticiones HTTP en Chrome DevTools · Pestaña Network · Filtro XHR/Fetch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Servicio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T. Respuesta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Búsqueda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api.mercadolibre.com</a:t>
                      </a:r>
                      <a:r>
                        <a:rPr lang="en-US" sz="105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/search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AB308"/>
                          </a:solidFill>
                        </a:rPr>
                        <a:t>~500ms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JSON con resultados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Catálogo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api.mercadolibre.com</a:t>
                      </a:r>
                      <a:r>
                        <a:rPr lang="en-US" sz="105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/items/{id}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AB308"/>
                          </a:solidFill>
                        </a:rPr>
                        <a:t>~350ms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JSON del producto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Imágenes CDN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http2.mlstatic.com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</a:rPr>
                        <a:t>GET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AB308"/>
                          </a:solidFill>
                        </a:rPr>
                        <a:t>~150ms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JPG / WebP binario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Autenticación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api.mercadolibre.com</a:t>
                      </a:r>
                      <a:r>
                        <a:rPr lang="en-US" sz="105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</a:rPr>
                        <a:t>GET/POST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AB308"/>
                          </a:solidFill>
                        </a:rPr>
                        <a:t>~400ms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JSON usuario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Tracking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mla-s2-p.mlstatic.com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</a:rPr>
                        <a:t>POST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AB308"/>
                          </a:solidFill>
                        </a:rPr>
                        <a:t>~200ms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200 OK vacío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</a:rPr>
              <a:t>HALLAZGOS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995928"/>
            <a:ext cx="1097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66928" y="40050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</a:rPr>
              <a:t>Arquitectura distribuida: cada servicio escala independientemente según demanda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4251960"/>
            <a:ext cx="1097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66928" y="426110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</a:rPr>
              <a:t>CDN de imágenes responde 3x más rápido que servicios de negocio (150ms vs 500ms)</a:t>
            </a:r>
            <a:endParaRPr lang="en-US" sz="1050" dirty="0"/>
          </a:p>
        </p:txBody>
      </p:sp>
      <p:sp>
        <p:nvSpPr>
          <p:cNvPr id="6" name="Shape 9"/>
          <p:cNvSpPr/>
          <p:nvPr/>
        </p:nvSpPr>
        <p:spPr>
          <a:xfrm>
            <a:off x="365760" y="4507992"/>
            <a:ext cx="1097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66928" y="451713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</a:rPr>
              <a:t>Servicios secundarios (tracking) fallan silenciosamente sin afectar la experiencia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4764024"/>
            <a:ext cx="10972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66928" y="47731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</a:rPr>
              <a:t>Rate limiting activo: responde con 429 ante solicitudes excesivas desde una IP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5943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 Manuales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2070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6/6 casos aprobados sin defectos críticos. Se identificó la dependencia de autenticación como hallazgo de diseño y se documentó correctamente como precondición.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59436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81728" y="12344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Automatización Selenium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2070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Flujo completo automatizado con selectores robustos y múltiples fallbacks. Screenshots automáticos en cada paso. 4/4 pruebas aprobadas.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594360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4048" y="26060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 de Rendimiento K6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5786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Load test exitoso. Estrés y Spike confirman que MercadoLibre tiene protecciones anti-DDoS robustas con rate limiting activo a partir de 100-150 usuarios.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1945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59436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681728" y="26060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Monitoreo en Tiempo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5786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Stack completo levantado con Docker: K6 → InfluxDB → Grafana. Métricas visualizadas en dashboard con actualización automática cada 5 segundos.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BE185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594360" cy="123444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84048" y="39776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56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Lighthouse y Frontend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502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SEO perfecto (100). Accesibilidad 90+. Best Practices bajo en Home/Búsqueda por scripts de terceros. Producto bien optimizado (86 performance).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411480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663440" y="3566160"/>
            <a:ext cx="594360" cy="12344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681728" y="39776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924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 de API Postman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9502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10 requests cubriendo GET/POST/PUT/DELETE con datos válidos e inválidos. Scripts automatizados con Collection Run. Colección exportada como entregable.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Gracias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Reto Técnico Tester QA · Lite Thinking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Selenium  ·  K6  ·  Postman  ·  Prometheus  ·  Grafana  ·  Lighthouse  ·  Docker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1544</Words>
  <Application>Microsoft Macintosh PowerPoint</Application>
  <PresentationFormat>Presentación en pantalla (16:9)</PresentationFormat>
  <Paragraphs>326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 Técnica QA - Lite Thinking 2025</dc:title>
  <dc:subject>PptxGenJS Presentation</dc:subject>
  <dc:creator>PptxGenJS</dc:creator>
  <cp:lastModifiedBy>miguel bahamon</cp:lastModifiedBy>
  <cp:revision>5</cp:revision>
  <dcterms:created xsi:type="dcterms:W3CDTF">2026-02-13T04:44:22Z</dcterms:created>
  <dcterms:modified xsi:type="dcterms:W3CDTF">2026-02-13T05:04:21Z</dcterms:modified>
</cp:coreProperties>
</file>